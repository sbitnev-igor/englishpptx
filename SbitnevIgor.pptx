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1.jpg" ContentType="image/jpeg"/>
  <Override PartName="/ppt/media/image22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61" r:id="rId4"/>
    <p:sldId id="262" r:id="rId5"/>
    <p:sldId id="260" r:id="rId6"/>
    <p:sldId id="257" r:id="rId7"/>
    <p:sldId id="258" r:id="rId8"/>
    <p:sldId id="264" r:id="rId9"/>
    <p:sldId id="266" r:id="rId10"/>
    <p:sldId id="265" r:id="rId11"/>
    <p:sldId id="267" r:id="rId12"/>
    <p:sldId id="270" r:id="rId13"/>
    <p:sldId id="268" r:id="rId14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11E"/>
    <a:srgbClr val="5B50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4"/>
  </p:normalViewPr>
  <p:slideViewPr>
    <p:cSldViewPr snapToGrid="0">
      <p:cViewPr varScale="1">
        <p:scale>
          <a:sx n="109" d="100"/>
          <a:sy n="10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81B6-1FCA-9A31-74AF-CDC2E8DD8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1D46C-7B6C-5994-3B3E-AD3E41AF4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1973C-FB75-5650-5988-CAB0A829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A306A-A996-0507-AC41-0464D33E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8AE89-8370-76E1-DC5F-48A300D9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16349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7CA8-5E3A-4BC9-8BA1-9EF10A18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135D8-883C-BFB1-8EE9-8AE1DCB0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24CB-1607-1F8D-5BE8-B2F50BE60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9D58D-4711-7F95-67D4-9C27FB06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A52CE-70AD-977D-B4BB-CB21ECD4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9523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7161-1C57-C867-B9ED-FABA624C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A4765-3F32-5CD9-6B38-266D766C0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DA6AC-2E31-ED93-7DF7-19342ECD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BBBB-4EFF-281A-CF40-853E1203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1158-D09F-49C9-3262-949BE813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55451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ECDC-95B3-89BF-5F42-13A192DB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AB831-822F-08BE-25C7-CFF225A87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73E31-F9E7-2250-33D2-7D2266389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7BA17-60E4-F40D-A821-E435AF7F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99994-0754-BD5C-4CCB-1ADD88C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D86F9-FDE0-1107-8A5B-D473C825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9907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4B6F-E29A-77AE-D746-2F5ACB87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FE8C7-EC52-95CC-D1AE-4399BDECC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BD5F4-29B6-37F7-DB30-E99420312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01346-3E5D-A3DD-F0D2-49417FD2D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F2DC1-601F-39D4-401B-2D9B759D6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6A8BA-1A74-6715-7D6D-337BC81B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7D0D8-28E8-B8F6-1CA0-7014F5AD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F0520D-458A-8C0F-1C23-01357B6A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6562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AF8E-ED15-1DAD-08DB-8D3718091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11FC4-A9EF-ABEA-8878-EA8CA8A4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90DDE-9D60-13CF-15BC-DA37DF60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010C1-806B-9741-0D27-06E85C66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24772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AC5BB-FBEA-749A-5DF3-E8ADA25E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78F871-DBA7-1834-2459-0FB19380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672B8-425B-A6E0-103B-0AC9DF3E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2415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54B4-4C79-197D-0CD8-C57CE61B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F233-F4B9-E829-7D17-574A94E25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89AAB-A991-1EDB-C105-B1C301D00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21BA4-FC47-8937-D812-0D6F5618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40002-08AE-AA89-E037-5611C8D3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E41C8-86C2-0B1A-90BB-916DF470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99527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A641-13FD-8B81-924C-8393956E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00324-79AD-C821-8DBB-CEE04DEDE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96386-A30F-A70D-A263-8CF7F1F7E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93593-E13C-937A-1D90-287DD16E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9AFB3-4076-E597-B144-9D4E1556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AA75-A59E-58CE-E478-8C7F60E6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0638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2C0B-86A1-8863-AAC6-68BF3232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CE218-AE84-65A5-4898-FE91F6B18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744DD-611D-8051-6E98-DD13A274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E84F-154B-F949-C6BD-D3989B90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0A1C1-DABD-883A-A6F3-AF6C49B5A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59061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EBDEE-570F-BFFB-F858-E0F3483D4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7FE7-9559-E814-2950-EC0D53AA5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D6FDF-AF1F-F6AE-2C1F-026846DC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BA966-4FCF-79A8-AEED-A429205B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00D63-56D9-64E6-2480-FDCE8E95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73080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83D5DF-8254-503A-C356-759391C7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E3986-B1BC-D3A6-E261-F3624759B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94B20-0F2E-BACB-F30E-1A17D3CBE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BD036-33DC-8640-B39E-09AC644B95F3}" type="datetimeFigureOut">
              <a:rPr lang="en-KZ" smtClean="0"/>
              <a:t>02.10.2026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2B7A-CBA0-5CB2-1B6F-91A6D7255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33FF-A485-8FE7-1AA9-A3C692FD5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E582-62A4-0549-A8D5-46320CC748F7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2598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EB3B52-0D28-58C1-EEBA-1BCAAF42C721}"/>
              </a:ext>
            </a:extLst>
          </p:cNvPr>
          <p:cNvSpPr txBox="1">
            <a:spLocks/>
          </p:cNvSpPr>
          <p:nvPr/>
        </p:nvSpPr>
        <p:spPr>
          <a:xfrm>
            <a:off x="3128182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K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4F6F6-7140-980C-C8C2-5DA5E56AEC98}"/>
              </a:ext>
            </a:extLst>
          </p:cNvPr>
          <p:cNvSpPr txBox="1"/>
          <p:nvPr/>
        </p:nvSpPr>
        <p:spPr>
          <a:xfrm>
            <a:off x="5705957" y="3244334"/>
            <a:ext cx="780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dirty="0"/>
              <a:t>Start?</a:t>
            </a:r>
          </a:p>
        </p:txBody>
      </p:sp>
    </p:spTree>
    <p:extLst>
      <p:ext uri="{BB962C8B-B14F-4D97-AF65-F5344CB8AC3E}">
        <p14:creationId xmlns:p14="http://schemas.microsoft.com/office/powerpoint/2010/main" val="214918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21B9-458B-B4B8-F7BA-DDA749992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3"/>
            <a:ext cx="9144000" cy="2387600"/>
          </a:xfrm>
        </p:spPr>
        <p:txBody>
          <a:bodyPr/>
          <a:lstStyle/>
          <a:p>
            <a:r>
              <a:rPr lang="en-KZ" dirty="0"/>
              <a:t>Brand for career success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C4C46-47D3-7061-8E14-1F7FBB2C8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2186" y="6318739"/>
            <a:ext cx="4015521" cy="539261"/>
          </a:xfrm>
        </p:spPr>
        <p:txBody>
          <a:bodyPr/>
          <a:lstStyle/>
          <a:p>
            <a:r>
              <a:rPr lang="en-KZ" dirty="0"/>
              <a:t>Igor Sbitnev IBM-12/5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63538-6E7A-DB76-AF5C-630FBB51F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17" y="3840656"/>
            <a:ext cx="1243624" cy="633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9C212-8887-264C-4C30-C434F087A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272" y="3632629"/>
            <a:ext cx="1069455" cy="104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198F66-06D9-AE34-3EB6-042B63A41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727" y="3812323"/>
            <a:ext cx="1069455" cy="66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6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72BB-6711-8D55-E35C-97401AC4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Who is?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E7C876-8024-FCC5-B15B-92539CC3C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7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F8B0-B21D-3F61-62AF-9E7B76CE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Who is?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8441E2-64A1-40B1-F607-5D9CC52B8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5165" y="-234249"/>
            <a:ext cx="3662213" cy="651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2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686C-FD98-FE10-E189-8F01BB87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Who is?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385CA0-69D6-A75D-0C84-3512C54D5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8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6028-7324-8BDB-2D9E-DAC71E14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Brand … or not?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5B62B9-36D0-2778-AFA7-E09426C7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0" y="2593365"/>
            <a:ext cx="4462031" cy="25061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694FF6-923D-B1B8-C2C3-919527F6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412" y="2593365"/>
            <a:ext cx="3807830" cy="2506174"/>
          </a:xfrm>
          <a:prstGeom prst="rect">
            <a:avLst/>
          </a:prstGeom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6430D4F8-F32B-DFF9-50BB-287991C04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KZ" altLang="en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KZ" altLang="en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FB85B-6BF8-8324-6974-38EA1FBC0F46}"/>
              </a:ext>
            </a:extLst>
          </p:cNvPr>
          <p:cNvSpPr txBox="1"/>
          <p:nvPr/>
        </p:nvSpPr>
        <p:spPr>
          <a:xfrm>
            <a:off x="6956460" y="5141616"/>
            <a:ext cx="323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Pavel Durov case in France</a:t>
            </a:r>
          </a:p>
        </p:txBody>
      </p:sp>
      <p:pic>
        <p:nvPicPr>
          <p:cNvPr id="2057" name="Picture 9" descr="Max (App) – Wikipedia">
            <a:extLst>
              <a:ext uri="{FF2B5EF4-FFF2-40B4-BE49-F238E27FC236}">
                <a16:creationId xmlns:a16="http://schemas.microsoft.com/office/drawing/2014/main" id="{7BF3F988-8E25-6776-6470-386EC20DD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02459">
            <a:off x="9404822" y="875098"/>
            <a:ext cx="1044642" cy="104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Создать мем &quot;прослушка мем, савушкин, который не верил в чудеса 1983, фсб  прослушка&quot; - Картинки - Meme-arsenal.com">
            <a:extLst>
              <a:ext uri="{FF2B5EF4-FFF2-40B4-BE49-F238E27FC236}">
                <a16:creationId xmlns:a16="http://schemas.microsoft.com/office/drawing/2014/main" id="{DBC2C081-8C66-8C14-4D92-411CABDB7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266" y="138113"/>
            <a:ext cx="1918130" cy="236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6DD5EA5-A4E9-30A6-39AC-13DCD90D7A1E}"/>
              </a:ext>
            </a:extLst>
          </p:cNvPr>
          <p:cNvSpPr txBox="1"/>
          <p:nvPr/>
        </p:nvSpPr>
        <p:spPr>
          <a:xfrm>
            <a:off x="1115854" y="5145705"/>
            <a:ext cx="4980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Assassination attempt on Trump in Pennsylvania</a:t>
            </a:r>
          </a:p>
          <a:p>
            <a:endParaRPr lang="en-KZ" dirty="0"/>
          </a:p>
        </p:txBody>
      </p:sp>
    </p:spTree>
    <p:extLst>
      <p:ext uri="{BB962C8B-B14F-4D97-AF65-F5344CB8AC3E}">
        <p14:creationId xmlns:p14="http://schemas.microsoft.com/office/powerpoint/2010/main" val="372407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A9E8-3BF7-6CC5-E27C-BE77EDD7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Z" dirty="0"/>
              <a:t>Brand =&gt; job</a:t>
            </a:r>
          </a:p>
        </p:txBody>
      </p:sp>
      <p:pic>
        <p:nvPicPr>
          <p:cNvPr id="3074" name="Picture 2" descr="Гибкие навыки. Исчерпывающее руководство по прокачке себя для начинающих  разработчиков» Джон Сонмез читать онлайн фрагмент бесплатно без регистрации">
            <a:extLst>
              <a:ext uri="{FF2B5EF4-FFF2-40B4-BE49-F238E27FC236}">
                <a16:creationId xmlns:a16="http://schemas.microsoft.com/office/drawing/2014/main" id="{DC585F58-D826-F10A-DE53-9AE9ED536A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965" y="460456"/>
            <a:ext cx="2679981" cy="384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stagram – Wikipedia">
            <a:extLst>
              <a:ext uri="{FF2B5EF4-FFF2-40B4-BE49-F238E27FC236}">
                <a16:creationId xmlns:a16="http://schemas.microsoft.com/office/drawing/2014/main" id="{D21BE75F-9C73-7833-BDDF-EB4CA6D1F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775" y="1710583"/>
            <a:ext cx="824120" cy="82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acebook – Wikipedia">
            <a:extLst>
              <a:ext uri="{FF2B5EF4-FFF2-40B4-BE49-F238E27FC236}">
                <a16:creationId xmlns:a16="http://schemas.microsoft.com/office/drawing/2014/main" id="{8D850E33-F317-4E8B-9A64-1DC4108DF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589" y="1690688"/>
            <a:ext cx="840263" cy="84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ikTok - Make Your Day">
            <a:extLst>
              <a:ext uri="{FF2B5EF4-FFF2-40B4-BE49-F238E27FC236}">
                <a16:creationId xmlns:a16="http://schemas.microsoft.com/office/drawing/2014/main" id="{FCB39463-B9C5-18BB-8831-C2DB88F45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775" y="3307880"/>
            <a:ext cx="824120" cy="82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YouTube (YouTube-Kanal) – Wikipedia">
            <a:extLst>
              <a:ext uri="{FF2B5EF4-FFF2-40B4-BE49-F238E27FC236}">
                <a16:creationId xmlns:a16="http://schemas.microsoft.com/office/drawing/2014/main" id="{354FB57D-FE4F-1915-1421-AAD3C6571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426" y="3077710"/>
            <a:ext cx="1256515" cy="125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Telegram (software) - Wikipedia">
            <a:extLst>
              <a:ext uri="{FF2B5EF4-FFF2-40B4-BE49-F238E27FC236}">
                <a16:creationId xmlns:a16="http://schemas.microsoft.com/office/drawing/2014/main" id="{B5F7B197-CBE2-A510-6C71-EF3294E17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375" y="4633823"/>
            <a:ext cx="1549357" cy="154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09E546-C1B9-9B49-BFF4-2416300BDD17}"/>
              </a:ext>
            </a:extLst>
          </p:cNvPr>
          <p:cNvSpPr txBox="1"/>
          <p:nvPr/>
        </p:nvSpPr>
        <p:spPr>
          <a:xfrm>
            <a:off x="2890426" y="4549845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dirty="0"/>
              <a:t>**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4766F-FF3D-F845-657F-8AC0F1C83B06}"/>
              </a:ext>
            </a:extLst>
          </p:cNvPr>
          <p:cNvSpPr txBox="1"/>
          <p:nvPr/>
        </p:nvSpPr>
        <p:spPr>
          <a:xfrm>
            <a:off x="3818620" y="155869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dirty="0"/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38E09-5CCE-5120-539B-2C3F0EC0F2ED}"/>
              </a:ext>
            </a:extLst>
          </p:cNvPr>
          <p:cNvSpPr txBox="1"/>
          <p:nvPr/>
        </p:nvSpPr>
        <p:spPr>
          <a:xfrm>
            <a:off x="1958925" y="1505127"/>
            <a:ext cx="112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dirty="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13E6F-80EA-A459-6D24-DD75F9E6CE9D}"/>
              </a:ext>
            </a:extLst>
          </p:cNvPr>
          <p:cNvSpPr txBox="1"/>
          <p:nvPr/>
        </p:nvSpPr>
        <p:spPr>
          <a:xfrm>
            <a:off x="5464766" y="4374427"/>
            <a:ext cx="1262467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endParaRPr lang="en-KZ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3B0C89-6E59-CCA0-79C5-D7B0191AB8A0}"/>
              </a:ext>
            </a:extLst>
          </p:cNvPr>
          <p:cNvSpPr txBox="1"/>
          <p:nvPr/>
        </p:nvSpPr>
        <p:spPr>
          <a:xfrm>
            <a:off x="5592552" y="4464993"/>
            <a:ext cx="678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Признаны экстремистскими организациями и запрещены в РФ</a:t>
            </a:r>
            <a:endParaRPr lang="en-K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03F2E-3A5A-B7DD-0F0B-5E2E9224455D}"/>
              </a:ext>
            </a:extLst>
          </p:cNvPr>
          <p:cNvSpPr txBox="1"/>
          <p:nvPr/>
        </p:nvSpPr>
        <p:spPr>
          <a:xfrm>
            <a:off x="3910953" y="320214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Z" dirty="0"/>
          </a:p>
          <a:p>
            <a:endParaRPr lang="en-KZ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245FA6-2EE0-86F8-601A-826708C2151E}"/>
              </a:ext>
            </a:extLst>
          </p:cNvPr>
          <p:cNvSpPr txBox="1"/>
          <p:nvPr/>
        </p:nvSpPr>
        <p:spPr>
          <a:xfrm>
            <a:off x="1958925" y="314347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Z" dirty="0"/>
          </a:p>
          <a:p>
            <a:endParaRPr lang="en-KZ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DE0BE-EBCD-30E5-C063-2DADA34B5206}"/>
              </a:ext>
            </a:extLst>
          </p:cNvPr>
          <p:cNvSpPr txBox="1"/>
          <p:nvPr/>
        </p:nvSpPr>
        <p:spPr>
          <a:xfrm>
            <a:off x="8174737" y="4919177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dirty="0"/>
              <a:t>**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ABEF97C0-463C-F02F-A198-B43647955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4977">
            <a:off x="10604351" y="5208092"/>
            <a:ext cx="1465535" cy="146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Ты следующий - Memchik.ru">
            <a:extLst>
              <a:ext uri="{FF2B5EF4-FFF2-40B4-BE49-F238E27FC236}">
                <a16:creationId xmlns:a16="http://schemas.microsoft.com/office/drawing/2014/main" id="{49D709E1-8EAB-93A2-BCB3-11C42BBFF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999" y="4993820"/>
            <a:ext cx="2402562" cy="180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Приложения в Google Play – Habr">
            <a:extLst>
              <a:ext uri="{FF2B5EF4-FFF2-40B4-BE49-F238E27FC236}">
                <a16:creationId xmlns:a16="http://schemas.microsoft.com/office/drawing/2014/main" id="{12A1481B-4708-1626-102B-F0C3CBC4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787" y="1167874"/>
            <a:ext cx="2432651" cy="243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8189FD-5AB0-55E1-8BB9-33359187A402}"/>
              </a:ext>
            </a:extLst>
          </p:cNvPr>
          <p:cNvSpPr txBox="1"/>
          <p:nvPr/>
        </p:nvSpPr>
        <p:spPr>
          <a:xfrm>
            <a:off x="5506658" y="3581165"/>
            <a:ext cx="2333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r>
              <a:rPr lang="en-KZ" dirty="0"/>
              <a:t>est for programmers</a:t>
            </a:r>
          </a:p>
        </p:txBody>
      </p:sp>
    </p:spTree>
    <p:extLst>
      <p:ext uri="{BB962C8B-B14F-4D97-AF65-F5344CB8AC3E}">
        <p14:creationId xmlns:p14="http://schemas.microsoft.com/office/powerpoint/2010/main" val="4010928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F557-F434-D222-AC1C-6F43647F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459"/>
            <a:ext cx="10515600" cy="1325563"/>
          </a:xfrm>
        </p:spPr>
        <p:txBody>
          <a:bodyPr/>
          <a:lstStyle/>
          <a:p>
            <a:r>
              <a:rPr lang="en-KZ" dirty="0"/>
              <a:t>JUST DO IT</a:t>
            </a:r>
          </a:p>
        </p:txBody>
      </p:sp>
      <p:pic>
        <p:nvPicPr>
          <p:cNvPr id="8194" name="Picture 2" descr="Just Do It Meme">
            <a:extLst>
              <a:ext uri="{FF2B5EF4-FFF2-40B4-BE49-F238E27FC236}">
                <a16:creationId xmlns:a16="http://schemas.microsoft.com/office/drawing/2014/main" id="{1D4F72AF-FE10-DAE4-35A2-096011EDCB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174" y="1461552"/>
            <a:ext cx="3070997" cy="277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218532-DB8A-1752-2A60-B5B2B87E14C3}"/>
              </a:ext>
            </a:extLst>
          </p:cNvPr>
          <p:cNvSpPr txBox="1"/>
          <p:nvPr/>
        </p:nvSpPr>
        <p:spPr>
          <a:xfrm>
            <a:off x="301487" y="2141101"/>
            <a:ext cx="6218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3600" dirty="0"/>
              <a:t>- Create telegram (or max)* channel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15E85-5B9A-4EFA-1D99-602EA7466F91}"/>
              </a:ext>
            </a:extLst>
          </p:cNvPr>
          <p:cNvSpPr txBox="1"/>
          <p:nvPr/>
        </p:nvSpPr>
        <p:spPr>
          <a:xfrm>
            <a:off x="301486" y="3443009"/>
            <a:ext cx="6218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3600" dirty="0"/>
              <a:t>- </a:t>
            </a:r>
            <a:r>
              <a:rPr lang="en-US" sz="3600" dirty="0"/>
              <a:t>Sub all people in group</a:t>
            </a:r>
            <a:endParaRPr lang="en-KZ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2E791-6378-9634-F54C-C74F4D1D5E94}"/>
              </a:ext>
            </a:extLst>
          </p:cNvPr>
          <p:cNvSpPr txBox="1"/>
          <p:nvPr/>
        </p:nvSpPr>
        <p:spPr>
          <a:xfrm>
            <a:off x="301487" y="4190920"/>
            <a:ext cx="6546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3600" dirty="0"/>
              <a:t>-</a:t>
            </a:r>
            <a:r>
              <a:rPr lang="ru-RU" sz="3600" dirty="0"/>
              <a:t> </a:t>
            </a:r>
            <a:r>
              <a:rPr lang="en-US" sz="3600" dirty="0"/>
              <a:t>Networking</a:t>
            </a:r>
            <a:endParaRPr lang="en-KZ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D8BC0-CF3D-5FC9-E221-219CBEA29E2C}"/>
              </a:ext>
            </a:extLst>
          </p:cNvPr>
          <p:cNvSpPr txBox="1"/>
          <p:nvPr/>
        </p:nvSpPr>
        <p:spPr>
          <a:xfrm>
            <a:off x="2544417" y="510871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dirty="0"/>
              <a:t>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339B2-B7BD-4EED-C2B5-7EB3A9242672}"/>
              </a:ext>
            </a:extLst>
          </p:cNvPr>
          <p:cNvSpPr txBox="1"/>
          <p:nvPr/>
        </p:nvSpPr>
        <p:spPr>
          <a:xfrm>
            <a:off x="6131377" y="4367684"/>
            <a:ext cx="4774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dirty="0"/>
              <a:t>* </a:t>
            </a:r>
            <a:r>
              <a:rPr lang="en-US" dirty="0"/>
              <a:t>Not recommend</a:t>
            </a:r>
            <a:br>
              <a:rPr lang="en-US" dirty="0"/>
            </a:br>
            <a:r>
              <a:rPr lang="en-US" dirty="0"/>
              <a:t>Read backwards (</a:t>
            </a:r>
            <a:r>
              <a:rPr lang="ru-RU" dirty="0"/>
              <a:t>прочитать наоборот</a:t>
            </a:r>
            <a:r>
              <a:rPr lang="en-US" dirty="0"/>
              <a:t>) </a:t>
            </a:r>
            <a:r>
              <a:rPr lang="ru-RU" dirty="0"/>
              <a:t>МАКС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E6612A-9D70-6EEF-16CB-3B0737164A1B}"/>
              </a:ext>
            </a:extLst>
          </p:cNvPr>
          <p:cNvSpPr txBox="1"/>
          <p:nvPr/>
        </p:nvSpPr>
        <p:spPr>
          <a:xfrm>
            <a:off x="4925203" y="263456"/>
            <a:ext cx="29114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sz="6000" dirty="0">
                <a:solidFill>
                  <a:schemeClr val="bg1"/>
                </a:solidFill>
                <a:highlight>
                  <a:srgbClr val="FF0000"/>
                </a:highlight>
              </a:rPr>
              <a:t>Practice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F09D53-6A44-515D-34E5-E6B4DACC6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497" y="5142183"/>
            <a:ext cx="1715817" cy="17158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D94ADB-352F-C5F6-0F4D-4C08277D0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842" y="5146557"/>
            <a:ext cx="2784343" cy="167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2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C52D-0083-9479-5A91-EA5C885E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Z" dirty="0"/>
          </a:p>
        </p:txBody>
      </p:sp>
      <p:pic>
        <p:nvPicPr>
          <p:cNvPr id="11266" name="Picture 2" descr="Мем: &quot;СЕЙЧАС ЗНАЧИТ СЕЙЧАС!&quot; - Все шаблоны - Meme-arsenal.com">
            <a:extLst>
              <a:ext uri="{FF2B5EF4-FFF2-40B4-BE49-F238E27FC236}">
                <a16:creationId xmlns:a16="http://schemas.microsoft.com/office/drawing/2014/main" id="{75A6F8ED-A6FE-46E5-7678-70B0D910A3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35" y="601206"/>
            <a:ext cx="7036905" cy="565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FB7148-F9C7-87FA-8402-844BDA6A8D1F}"/>
              </a:ext>
            </a:extLst>
          </p:cNvPr>
          <p:cNvSpPr/>
          <p:nvPr/>
        </p:nvSpPr>
        <p:spPr>
          <a:xfrm>
            <a:off x="3498574" y="735496"/>
            <a:ext cx="4731026" cy="795130"/>
          </a:xfrm>
          <a:prstGeom prst="rect">
            <a:avLst/>
          </a:prstGeom>
          <a:solidFill>
            <a:srgbClr val="5B50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Z" sz="4400" dirty="0"/>
              <a:t>Do, I’m waiting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C4D38-83F9-0FE4-88EE-A21C2E36BE6A}"/>
              </a:ext>
            </a:extLst>
          </p:cNvPr>
          <p:cNvSpPr/>
          <p:nvPr/>
        </p:nvSpPr>
        <p:spPr>
          <a:xfrm>
            <a:off x="4591878" y="4890052"/>
            <a:ext cx="2623931" cy="795131"/>
          </a:xfrm>
          <a:prstGeom prst="rect">
            <a:avLst/>
          </a:prstGeom>
          <a:solidFill>
            <a:srgbClr val="2F21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Z" sz="4800" dirty="0">
                <a:ln>
                  <a:solidFill>
                    <a:sysClr val="windowText" lastClr="000000"/>
                  </a:solidFill>
                </a:ln>
              </a:rPr>
              <a:t>Now!!</a:t>
            </a:r>
          </a:p>
        </p:txBody>
      </p:sp>
    </p:spTree>
    <p:extLst>
      <p:ext uri="{BB962C8B-B14F-4D97-AF65-F5344CB8AC3E}">
        <p14:creationId xmlns:p14="http://schemas.microsoft.com/office/powerpoint/2010/main" val="55102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2A0D-E52F-C226-C9E8-98232D4C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Z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CFA5176-2D4F-5619-641D-31A7A07CD4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824" y="205122"/>
            <a:ext cx="6528352" cy="644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43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3CB2-A483-BA93-8EF1-16214C71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Z"/>
          </a:p>
        </p:txBody>
      </p:sp>
      <p:pic>
        <p:nvPicPr>
          <p:cNvPr id="12290" name="Picture 2" descr="Создать мем &quot;мем скала джонс, мем скала джонсон бровь, скала джонсон поднимает бровь мем&quot; - Картинки - Meme-arsenal.com">
            <a:extLst>
              <a:ext uri="{FF2B5EF4-FFF2-40B4-BE49-F238E27FC236}">
                <a16:creationId xmlns:a16="http://schemas.microsoft.com/office/drawing/2014/main" id="{AEC49CBB-C31C-53D9-858E-82695899EE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687" y="365125"/>
            <a:ext cx="6102626" cy="610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53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B99F-C170-4FEF-F43E-8BF49F3E1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Z"/>
          </a:p>
        </p:txBody>
      </p:sp>
      <p:pic>
        <p:nvPicPr>
          <p:cNvPr id="16387" name="Picture 3" descr="Два мифа о Сизифе — CMS Magazine">
            <a:extLst>
              <a:ext uri="{FF2B5EF4-FFF2-40B4-BE49-F238E27FC236}">
                <a16:creationId xmlns:a16="http://schemas.microsoft.com/office/drawing/2014/main" id="{CAD8AFED-E703-BE5B-4E21-B77CC2A8A5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026" y="153592"/>
            <a:ext cx="6639339" cy="655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A7B260-54D6-9B11-9318-9CF9F9170339}"/>
              </a:ext>
            </a:extLst>
          </p:cNvPr>
          <p:cNvSpPr txBox="1"/>
          <p:nvPr/>
        </p:nvSpPr>
        <p:spPr>
          <a:xfrm>
            <a:off x="4065508" y="1902221"/>
            <a:ext cx="2030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Z" sz="3600" dirty="0">
                <a:solidFill>
                  <a:schemeClr val="bg1"/>
                </a:solidFill>
              </a:rPr>
              <a:t>First post</a:t>
            </a:r>
          </a:p>
        </p:txBody>
      </p:sp>
    </p:spTree>
    <p:extLst>
      <p:ext uri="{BB962C8B-B14F-4D97-AF65-F5344CB8AC3E}">
        <p14:creationId xmlns:p14="http://schemas.microsoft.com/office/powerpoint/2010/main" val="72752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C81E-B840-9093-3D26-0A91C12D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AC2DF-5BF7-A622-4763-7CC5C87BF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Z" dirty="0"/>
          </a:p>
        </p:txBody>
      </p:sp>
      <p:pic>
        <p:nvPicPr>
          <p:cNvPr id="13318" name="Picture 6" descr="Дикий огурец: интересные факты и рекомендации">
            <a:extLst>
              <a:ext uri="{FF2B5EF4-FFF2-40B4-BE49-F238E27FC236}">
                <a16:creationId xmlns:a16="http://schemas.microsoft.com/office/drawing/2014/main" id="{D4761343-3AD5-6B73-3C78-7D99C15AB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356" y="268356"/>
            <a:ext cx="6321287" cy="632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95</Words>
  <Application>Microsoft Macintosh PowerPoint</Application>
  <PresentationFormat>Widescreen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Brand for career success</vt:lpstr>
      <vt:lpstr>Who is?</vt:lpstr>
      <vt:lpstr>Who is?</vt:lpstr>
      <vt:lpstr>Who is?</vt:lpstr>
      <vt:lpstr>Brand … or not?</vt:lpstr>
      <vt:lpstr>Brand =&gt; job</vt:lpstr>
      <vt:lpstr>JUST DO 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</dc:creator>
  <cp:lastModifiedBy>Igor</cp:lastModifiedBy>
  <cp:revision>6</cp:revision>
  <dcterms:created xsi:type="dcterms:W3CDTF">2026-09-27T07:47:35Z</dcterms:created>
  <dcterms:modified xsi:type="dcterms:W3CDTF">2026-10-02T04:15:19Z</dcterms:modified>
</cp:coreProperties>
</file>